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pooja.sriavastava/viz/MonthlyFraudTrend/LTCInsuranceFraudAnalytics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public.tableau.com/app/profile/pooja.sriavastava/viz/MonthlyFraudTrend/LTCInsuranceFraudAnalytics" TargetMode="External"/><Relationship Id="rId2" Type="http://schemas.openxmlformats.org/officeDocument/2006/relationships/hyperlink" Target="https://www.linkedin.com/in/pooja-srivastava03/" TargetMode="External"/><Relationship Id="rId3" Type="http://schemas.openxmlformats.org/officeDocument/2006/relationships/hyperlink" Target="https://github.com/pooja123123" TargetMode="External"/><Relationship Id="rId4" Type="http://schemas.openxmlformats.org/officeDocument/2006/relationships/hyperlink" Target="mailto:poojasrivastava03@gmail.com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31520"/>
            <a:ext cx="2377440" cy="347472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Claims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Fraud Analysis of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 Insurance Policies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11480" y="3182112"/>
            <a:ext cx="32004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Srivastava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685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 Insurance Fraud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0325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Tableau  ·  Excel  ·  PowerPoint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379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LTC Claims  ·  300 Patients  ·  60 Providers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 Insurance Fraud Analytics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659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70432"/>
            <a:ext cx="1965960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61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1965960" cy="1463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261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$271K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Dollars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170432"/>
            <a:ext cx="1965960" cy="146304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261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16352"/>
            <a:ext cx="1965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16352"/>
            <a:ext cx="1965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9077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Deceased Patient Billing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$27,335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9768" y="387705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claims filed after patient death · 13 patients affected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2816352"/>
            <a:ext cx="1965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68880" y="2816352"/>
            <a:ext cx="1965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9077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Inflated Hours Fraud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78608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$222,465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78608" y="387705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claims · worst case 98.9 hrs billed in one day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816352"/>
            <a:ext cx="1965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2816352"/>
            <a:ext cx="1965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9077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Phantom Round Amounts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7448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$146,002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27448" y="387705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claims · $500, $1K, $2.5K fabricated bills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816352"/>
            <a:ext cx="1965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816352"/>
            <a:ext cx="1965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29077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Ghost Providers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$92,100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76288" y="387705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shell providers · all registered on the same day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Fraud Patterns Detected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011680" cy="384048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Hours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5420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claims · $222,465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0632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hours &gt; 16 in a single 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3794760"/>
            <a:ext cx="1865376" cy="868680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822192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98.9 hours billed in ONE claim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96312" y="1005840"/>
            <a:ext cx="2011680" cy="384048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005840"/>
            <a:ext cx="20116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87752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20116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Round Amounts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25420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claims · $146,002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0632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amount divisible by $250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9464" y="3794760"/>
            <a:ext cx="1865376" cy="868680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822192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 bills are never perfectly round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72584" y="1005840"/>
            <a:ext cx="2011680" cy="384048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10058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4024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782312" y="20116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 Patient Billing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82312" y="25420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claims · $27,335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30632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82312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date after patient death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45736" y="3794760"/>
            <a:ext cx="1865376" cy="86868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822192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 patient billed 7 years after death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48856" y="1005840"/>
            <a:ext cx="2011680" cy="384048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1005840"/>
            <a:ext cx="20116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0296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58584" y="20116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Providers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58584" y="25420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providers · $92,100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58584" y="306324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8584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&lt;90 days, billing heavily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22008" y="3794760"/>
            <a:ext cx="1865376" cy="8686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3822192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All 8 registered on the exact same day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FOUND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Analyst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55448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74520" y="1408176"/>
            <a:ext cx="16459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1554480" cy="26060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1554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59152"/>
            <a:ext cx="133502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2,000 synthetic LTC claims using Faker. Injected 4 fraud types with known ground truth labels.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1170432"/>
            <a:ext cx="155448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39112" y="11704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93592" y="1408176"/>
            <a:ext cx="16459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39112" y="2240280"/>
            <a:ext cx="1554480" cy="26060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9112" y="2240280"/>
            <a:ext cx="1554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2359152"/>
            <a:ext cx="133502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12 targeted queries — velocity checks, round-amount clustering, deceased patient joins.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58184" y="1170432"/>
            <a:ext cx="1554480" cy="59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58184" y="11704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2664" y="1408176"/>
            <a:ext cx="16459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58184" y="2240280"/>
            <a:ext cx="1554480" cy="26060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58184" y="2240280"/>
            <a:ext cx="15544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2359152"/>
            <a:ext cx="133502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charts + Benford's Law digit analysis. Fraudulent claims average 3.3× higher than legitimate.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77256" y="1170432"/>
            <a:ext cx="1554480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77256" y="11704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31736" y="1408176"/>
            <a:ext cx="16459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77256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77256" y="2240280"/>
            <a:ext cx="1554480" cy="26060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77256" y="2240280"/>
            <a:ext cx="15544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6984" y="2359152"/>
            <a:ext cx="133502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4-chart interactive dashboard with live KPIs, action filters, and provider drill-down published online.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96328" y="1170432"/>
            <a:ext cx="1554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96328" y="11704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96328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96328" y="2240280"/>
            <a:ext cx="1554480" cy="2606040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2240280"/>
            <a:ext cx="1554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06056" y="2359152"/>
            <a:ext cx="133502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workbook — any analyst pastes claims, gets Low / Medium / High risk scores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 — LTC Fraud Analytics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5577840" cy="3429000"/>
          </a:xfrm>
          <a:prstGeom prst="rect">
            <a:avLst/>
          </a:prstGeom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080760" y="1115568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1115568"/>
            <a:ext cx="73152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Live KPIs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claims, fraud count, $ at risk, fraud rate, providers — all update on filter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1984248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1984248"/>
            <a:ext cx="73152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Monthly Trend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2331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&amp; November are peak fraud months across the dataset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2852928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0760" y="2852928"/>
            <a:ext cx="73152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907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Provider Drill-down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3200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bar to filter all 4 charts simultaneously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0760" y="3721608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0760" y="3721608"/>
            <a:ext cx="73152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3776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Fraud by Type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40690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round amounts = $146K — highest $ damage fraud type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681728"/>
            <a:ext cx="84582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681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Dashboard: </a:t>
            </a:r>
            <a:endParaRPr lang="en-US" sz="1100" dirty="0"/>
          </a:p>
        </p:txBody>
      </p:sp>
      <p:sp>
        <p:nvSpPr>
          <p:cNvPr id="24" name="Text 21">
            <a:hlinkClick r:id="rId2" tooltip=""/>
          </p:cNvPr>
          <p:cNvSpPr/>
          <p:nvPr/>
        </p:nvSpPr>
        <p:spPr>
          <a:xfrm>
            <a:off x="2331720" y="46817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public.tableau.com/app/profile/pooja.sriavastava/viz/MonthlyFraudTrend/LTCInsuranceFraudAnalytics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Shocking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that no one expected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60520" cy="1691640"/>
          </a:xfrm>
          <a:prstGeom prst="rect">
            <a:avLst/>
          </a:prstGeom>
          <a:solidFill>
            <a:srgbClr val="24365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1605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 hrs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in a single 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PRV0027 billed 98.9 care hours for one patient on one day. A day has 24 hours. This is not a rounding error — it is deliberate fraud.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60520" cy="1691640"/>
          </a:xfrm>
          <a:prstGeom prst="rect">
            <a:avLst/>
          </a:prstGeom>
          <a:solidFill>
            <a:srgbClr val="24365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years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ghost billing after death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PAT0124 died in 2005. 13 different providers continued billing for their care through 2024. $4,153 stolen from a deceased patient's policy.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4160520" cy="1691640"/>
          </a:xfrm>
          <a:prstGeom prst="rect">
            <a:avLst/>
          </a:prstGeom>
          <a:solidFill>
            <a:srgbClr val="24365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82112"/>
            <a:ext cx="41605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73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—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ghost providers registered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fraudulent ghost providers registered on the exact same date and immediately began billing heavily. A coordinated fraud 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82112"/>
            <a:ext cx="4160520" cy="1691640"/>
          </a:xfrm>
          <a:prstGeom prst="rect">
            <a:avLst/>
          </a:prstGeom>
          <a:solidFill>
            <a:srgbClr val="243656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82112"/>
            <a:ext cx="4160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73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fraud bill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0965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claims average $277. Fraudulent claims average $904. The financial signature of fraud is unmistakable — inflated bills are the pattern.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Actions to Take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58200" cy="804672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9144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710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claims with care hours &gt; 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real-time validation gate before claim approval. This single rule catches 167 fraudulent claims — the highest volume fraud type.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2103120" cy="457200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$222,465 in fraud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58200" cy="804672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48256"/>
            <a:ext cx="9144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037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1396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round-amount billing for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4871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bills are never round numbers. Any claim divisible by $250 should trigger mandatory analyst review before payment.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212848"/>
            <a:ext cx="2103120" cy="45720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$146,002 in fraud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80944"/>
            <a:ext cx="8458200" cy="804672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80944"/>
            <a:ext cx="914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363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deceased patient cross-check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41985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every claim date against CMS death registry data. Stops ghost billing that continued for up to 19 years undetected.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45536"/>
            <a:ext cx="2103120" cy="4572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1455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$27,335 in fraud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13632"/>
            <a:ext cx="8458200" cy="804672"/>
          </a:xfrm>
          <a:prstGeom prst="rect">
            <a:avLst/>
          </a:prstGeom>
          <a:solidFill>
            <a:srgbClr val="EFF3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913632"/>
            <a:ext cx="9144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0690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43000" y="400507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new provider watch list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3525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provider registered less than 90 days ago with &gt;20 claims should trigger an audit. All 8 ghost providers would have been caught early.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078224"/>
            <a:ext cx="2103120" cy="45720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078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fraud rings early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0"/>
            <a:ext cx="2743200" cy="274320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32004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Srivastava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Richmond, 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  </a:t>
            </a:r>
            <a:pPr indent="0" marL="0">
              <a:buNone/>
            </a:pPr>
            <a:r>
              <a:rPr lang="en-US" sz="13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public.tableau.com/app/profile/pooja.sriavastava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3009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LinkedIn  </a:t>
            </a:r>
            <a:pPr indent="0" marL="0">
              <a:buNone/>
            </a:pPr>
            <a:r>
              <a:rPr lang="en-US" sz="13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linkedin.com/in/pooja-srivastava03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721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  </a:t>
            </a:r>
            <a:pPr indent="0" marL="0">
              <a:buNone/>
            </a:pPr>
            <a:r>
              <a:rPr lang="en-US" sz="13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github.com/pooja123123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142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 </a:t>
            </a:r>
            <a:pPr indent="0" marL="0">
              <a:buNone/>
            </a:pPr>
            <a:r>
              <a:rPr lang="en-US" sz="13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poojasrivastava03@gmail.com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24365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project mirrors the day-to-day work of a fraud data analyst at a long-term care insurance company — from raw data to executive insight."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LTC Insurance Fraud Analytics</dc:title>
  <dc:subject>PptxGenJS Presentation</dc:subject>
  <dc:creator>PptxGenJS</dc:creator>
  <cp:lastModifiedBy>PptxGenJS</cp:lastModifiedBy>
  <cp:revision>1</cp:revision>
  <dcterms:created xsi:type="dcterms:W3CDTF">2026-05-07T00:35:05Z</dcterms:created>
  <dcterms:modified xsi:type="dcterms:W3CDTF">2026-05-07T00:35:05Z</dcterms:modified>
</cp:coreProperties>
</file>